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</a:rPr>
              <a:t>Simple Report 2 Static Snapshot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E1E9F2"/>
                </a:solidFill>
              </a:rPr>
              <a:t>Simple report contains 2 sections</a:t>
            </a:r>
          </a:p>
          <a:p/>
          <a:p>
            <a:r>
              <a:rPr sz="1600">
                <a:solidFill>
                  <a:srgbClr val="E1E9F2"/>
                </a:solidFill>
              </a:rPr>
              <a:t>Audience: General</a:t>
            </a:r>
          </a:p>
          <a:p>
            <a:r>
              <a:rPr sz="1600">
                <a:solidFill>
                  <a:srgbClr val="E1E9F2"/>
                </a:solidFill>
              </a:rPr>
              <a:t>Generated: 2026-03-27 00:36:27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3852"/>
                </a:solidFill>
              </a:rPr>
              <a:t>Document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Owner: StockReportPhemar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Phema ID: e56a79ef-27bb-4f6d-8255-709711ea5553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Target audience: General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Language: en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Theme: Executive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Tags: static, snapshot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Generated: 2026-03-27 00:36:27 UTC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3852"/>
                </a:solidFill>
              </a:rPr>
              <a:t>Company Info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TECHNOLOGY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IBM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https://www.ibm.com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INFORMATION TECHNOLOGY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3852"/>
                </a:solidFill>
              </a:rP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marketstack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IBM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2026-03-20T00:00:00+0000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241.77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3852"/>
                </a:solidFill>
              </a:rPr>
              <a:t>News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latest news article with headline, summary, and source link.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Headline: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Price to earnings ratio of MDJM Ltd. – OTC:UOKAF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Summary: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This article displays the price to earnings ratio for MDJM Ltd. (OTC:UOKAF). It briefly presents the company's stock information and links to its financial overview on TradingView. The page provides general market data and educational resources offered by TradingView.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Source: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3852"/>
                </a:solidFill>
              </a:rPr>
              <a:t>News Summary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D2D2D"/>
                </a:solidFill>
              </a:rPr>
              <a:t>https://www.tradingview.com/symbols/OTC-UOKAF/financials-statistics-and-ratios/price-earnings/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Report 2 Static Snapshot</dc:title>
  <dc:subject>Simple report contains 2 sections</dc:subject>
  <dc:creator>PptCastr</dc:creator>
  <cp:keywords>phemacast, castr, pptx</cp:keywords>
  <dc:description>Generated by Phemacast PPTXCastr.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